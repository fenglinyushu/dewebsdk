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246" y="7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892DBF-3395-9EC3-09CB-AC280E1E6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214B57-94E2-7C5F-63D1-16C00AEDB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19FA00-D46C-8829-7152-771867C9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1640-B09E-429A-A110-8E230588B533}" type="datetimeFigureOut">
              <a:rPr lang="zh-CN" altLang="en-US" smtClean="0"/>
              <a:t>2025-03-27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EFE826-F6FD-F368-A85B-3DF1E9F2E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611EA4-9DB5-5C61-0737-A8E03CAE4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7497-2CA7-49D9-8457-7866CD91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645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5E6D6-0BBC-67F3-4080-B1D68E796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2251AE-6121-273E-EB53-A24E162D2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D69F8E-2AAF-D934-B845-094DBC2E5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1640-B09E-429A-A110-8E230588B533}" type="datetimeFigureOut">
              <a:rPr lang="zh-CN" altLang="en-US" smtClean="0"/>
              <a:t>2025-03-27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01E509-FFC4-B21C-FDA2-B1B468E3F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A33000-EA30-A0B9-9A74-251C72D0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7497-2CA7-49D9-8457-7866CD91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907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B2689D-712C-3D65-430B-5A12F6456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68441A-CB6A-CA1D-26C2-CF264551E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C55930-D390-A912-D7C6-1E693A046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1640-B09E-429A-A110-8E230588B533}" type="datetimeFigureOut">
              <a:rPr lang="zh-CN" altLang="en-US" smtClean="0"/>
              <a:t>2025-03-27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321D12-0FCB-95C8-EAED-EF94506D0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69A5B5-10D7-3AEB-9D6E-4689C0CC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7497-2CA7-49D9-8457-7866CD91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84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31D6A-CA11-405D-D03C-0A8986F34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E8E599-DEF9-7340-CF2F-B34D2B8EE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46E00B-96BA-2853-9613-251E05F38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4141DB-5520-484E-FBE5-5D3E769C2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1640-B09E-429A-A110-8E230588B533}" type="datetimeFigureOut">
              <a:rPr lang="zh-CN" altLang="en-US" smtClean="0"/>
              <a:t>2025-03-27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C0A63D-16F3-5E06-BCEB-B00C8312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671D3F-9C3B-A0A5-441A-7C9C6370D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7497-2CA7-49D9-8457-7866CD91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43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BF5F9-FF7F-01DB-14A2-19AD7209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7C9DFB-5AA0-8602-3C2B-F6B646802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91E1AB-F156-7275-42F3-C2F2F64D1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380E02-A20B-598C-7A82-3883A2725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E75A002-11C6-E20E-08E0-BA43B4621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BE27AC-129C-D6D9-FEC3-B91A5DB17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1640-B09E-429A-A110-8E230588B533}" type="datetimeFigureOut">
              <a:rPr lang="zh-CN" altLang="en-US" smtClean="0"/>
              <a:t>2025-03-27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1E697E-C5DF-3644-FDA8-4950B51ED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93C18A-A221-A52F-A031-1143B3E8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7497-2CA7-49D9-8457-7866CD91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951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B1B60-8758-D621-0844-95045F11D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D8C381-7AFA-4476-A7A4-C858317A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1640-B09E-429A-A110-8E230588B533}" type="datetimeFigureOut">
              <a:rPr lang="zh-CN" altLang="en-US" smtClean="0"/>
              <a:t>2025-03-27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641A3E-9B47-0E2D-5355-111DAA68D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721400-CDB3-4288-C95B-72111AC0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7497-2CA7-49D9-8457-7866CD91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14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98ADD7-9E23-8A60-83B6-78701B594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1640-B09E-429A-A110-8E230588B533}" type="datetimeFigureOut">
              <a:rPr lang="zh-CN" altLang="en-US" smtClean="0"/>
              <a:t>2025-03-27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EB09BC-B11B-4F29-2B5F-F0A74DB3B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26BBEE-D5AB-7706-64F3-9C1C1AE56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7497-2CA7-49D9-8457-7866CD91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05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DF4B4-0D94-A245-90D6-DA0A08DF3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B07143-A19D-B37A-A3D1-9F8066A08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498E4B-EFAA-C1A1-72ED-5DFC2A7FB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B8D9A6-0D18-23E2-124B-CC9D6F7EC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1640-B09E-429A-A110-8E230588B533}" type="datetimeFigureOut">
              <a:rPr lang="zh-CN" altLang="en-US" smtClean="0"/>
              <a:t>2025-03-27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4EBF39-3244-5502-E7D0-952411D36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CA7533-2A99-68A5-CE60-97A4795E7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7497-2CA7-49D9-8457-7866CD91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464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A27CC-ADD0-597C-0656-38A3BF7D9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E67C71-B9AD-CF50-B325-AD02B174C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6F5D2F-41E2-C330-34AF-7C687FF61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9745B7-3C64-C5E4-4AF5-E2332F4F9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1640-B09E-429A-A110-8E230588B533}" type="datetimeFigureOut">
              <a:rPr lang="zh-CN" altLang="en-US" smtClean="0"/>
              <a:t>2025-03-27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532A00-5A2E-A74B-7B3D-C958BC76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0BB1D6-7623-9E18-308D-028AD284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7497-2CA7-49D9-8457-7866CD91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07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495CD-CC3F-89A1-04EE-F5F570EE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7B5B56-A262-57F1-9969-63B39AFC0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6B59FF-E602-AB6F-B654-D9F9D757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1640-B09E-429A-A110-8E230588B533}" type="datetimeFigureOut">
              <a:rPr lang="zh-CN" altLang="en-US" smtClean="0"/>
              <a:t>2025-03-27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B35579-FE25-FF65-3E12-7C9DFC33A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2CDBD5-0F24-3F8D-292E-719D3F735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7497-2CA7-49D9-8457-7866CD91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842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4668C60-1E54-57BF-3260-1295DCAB3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581F07-7579-226F-15C8-55A4F8844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E73F4E-7CA9-E513-C93E-B0354150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1640-B09E-429A-A110-8E230588B533}" type="datetimeFigureOut">
              <a:rPr lang="zh-CN" altLang="en-US" smtClean="0"/>
              <a:t>2025-03-27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8D84E6-E442-6185-4749-683A7455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B53C29-5970-2B10-A91C-EBDB8581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7497-2CA7-49D9-8457-7866CD91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26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C0A725-3ECF-BD8A-7B64-C19B04FBD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F4D2BB-3B4C-9B55-64D4-0361CC04E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D482C1-F159-D078-3F72-5EFF9B185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A1640-B09E-429A-A110-8E230588B533}" type="datetimeFigureOut">
              <a:rPr lang="zh-CN" altLang="en-US" smtClean="0"/>
              <a:t>2025-03-27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C66B6B-F571-2F0A-90A4-40CB52A49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FD1E48-BDE6-14E9-AAF4-E6EF6E02E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57497-2CA7-49D9-8457-7866CD91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0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E827ABEB-0DCE-E1DD-8819-7C325A789B7F}"/>
              </a:ext>
            </a:extLst>
          </p:cNvPr>
          <p:cNvSpPr/>
          <p:nvPr/>
        </p:nvSpPr>
        <p:spPr>
          <a:xfrm>
            <a:off x="839095" y="305257"/>
            <a:ext cx="10477949" cy="652448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PQC - Panel Quick Crud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F4DF04C-8320-D6F2-B822-032455BABA66}"/>
              </a:ext>
            </a:extLst>
          </p:cNvPr>
          <p:cNvSpPr/>
          <p:nvPr/>
        </p:nvSpPr>
        <p:spPr>
          <a:xfrm>
            <a:off x="1084185" y="598110"/>
            <a:ext cx="10017708" cy="3800164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PMn - Panel Main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1568CA-1AFC-E953-1193-EB1C71F42CB8}"/>
              </a:ext>
            </a:extLst>
          </p:cNvPr>
          <p:cNvSpPr/>
          <p:nvPr/>
        </p:nvSpPr>
        <p:spPr>
          <a:xfrm>
            <a:off x="1281390" y="2749860"/>
            <a:ext cx="9629211" cy="1589625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PMD - Panel Main Data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8C76DA9-BF23-30C9-CB33-ED951B823250}"/>
              </a:ext>
            </a:extLst>
          </p:cNvPr>
          <p:cNvSpPr/>
          <p:nvPr/>
        </p:nvSpPr>
        <p:spPr>
          <a:xfrm>
            <a:off x="1080739" y="4492165"/>
            <a:ext cx="10017708" cy="222241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PSV – Panel Slave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93F87EB-EA4E-057C-77A9-0C5245345771}"/>
              </a:ext>
            </a:extLst>
          </p:cNvPr>
          <p:cNvSpPr txBox="1"/>
          <p:nvPr/>
        </p:nvSpPr>
        <p:spPr>
          <a:xfrm>
            <a:off x="4717257" y="28258"/>
            <a:ext cx="2757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/>
              <a:t>QuickCrud </a:t>
            </a:r>
            <a:r>
              <a:rPr lang="zh-CN" altLang="en-US" sz="1200" b="1"/>
              <a:t>窗体控件设计</a:t>
            </a:r>
            <a:r>
              <a:rPr lang="en-US" altLang="zh-CN" sz="1200" b="1"/>
              <a:t>(</a:t>
            </a:r>
            <a:r>
              <a:rPr lang="zh-CN" altLang="en-US" sz="1200" b="1"/>
              <a:t>带字段查询</a:t>
            </a:r>
            <a:r>
              <a:rPr lang="en-US" altLang="zh-CN" sz="1200" b="1"/>
              <a:t>)</a:t>
            </a:r>
            <a:endParaRPr lang="zh-CN" altLang="en-US" sz="1200" b="1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B082EBF-0E05-7293-43F9-8310AB30E789}"/>
              </a:ext>
            </a:extLst>
          </p:cNvPr>
          <p:cNvSpPr/>
          <p:nvPr/>
        </p:nvSpPr>
        <p:spPr>
          <a:xfrm>
            <a:off x="1281390" y="863488"/>
            <a:ext cx="9629211" cy="142161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FQy - FlowPanel Query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E84953-7F40-1CBE-6BC0-ABCEDAFE1270}"/>
              </a:ext>
            </a:extLst>
          </p:cNvPr>
          <p:cNvSpPr/>
          <p:nvPr/>
        </p:nvSpPr>
        <p:spPr>
          <a:xfrm>
            <a:off x="1386491" y="3843475"/>
            <a:ext cx="9401457" cy="43485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PTM – Panel Trackbar Main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8F64C1-BB4C-A828-A99C-7DD0C8FBBC14}"/>
              </a:ext>
            </a:extLst>
          </p:cNvPr>
          <p:cNvSpPr/>
          <p:nvPr/>
        </p:nvSpPr>
        <p:spPr>
          <a:xfrm>
            <a:off x="1386492" y="3005461"/>
            <a:ext cx="9401456" cy="43485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PBS - Panel Buttons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34081C-28A1-AFCD-9F6F-4B6F45033731}"/>
              </a:ext>
            </a:extLst>
          </p:cNvPr>
          <p:cNvSpPr/>
          <p:nvPr/>
        </p:nvSpPr>
        <p:spPr>
          <a:xfrm>
            <a:off x="4852575" y="3081110"/>
            <a:ext cx="977528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BDe</a:t>
            </a:r>
            <a:endParaRPr lang="zh-CN" altLang="en-US" sz="100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A7F5BB1-AB2C-BE5C-A253-ECE9274E4A69}"/>
              </a:ext>
            </a:extLst>
          </p:cNvPr>
          <p:cNvSpPr/>
          <p:nvPr/>
        </p:nvSpPr>
        <p:spPr>
          <a:xfrm>
            <a:off x="3914372" y="3081110"/>
            <a:ext cx="837079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BNw</a:t>
            </a:r>
            <a:endParaRPr lang="zh-CN" altLang="en-US" sz="100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AFEAF26-7E75-0B32-0334-EAE35F8056D7}"/>
              </a:ext>
            </a:extLst>
          </p:cNvPr>
          <p:cNvSpPr/>
          <p:nvPr/>
        </p:nvSpPr>
        <p:spPr>
          <a:xfrm>
            <a:off x="2998641" y="3081110"/>
            <a:ext cx="837078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BEt</a:t>
            </a:r>
            <a:endParaRPr lang="zh-CN" altLang="en-US" sz="10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FD1CEB-DBD1-9241-3277-B40A932BD5A8}"/>
              </a:ext>
            </a:extLst>
          </p:cNvPr>
          <p:cNvSpPr/>
          <p:nvPr/>
        </p:nvSpPr>
        <p:spPr>
          <a:xfrm>
            <a:off x="1386493" y="3435290"/>
            <a:ext cx="9401455" cy="3801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/>
              <a:t>GMn -</a:t>
            </a:r>
            <a:r>
              <a:rPr lang="zh-CN" altLang="en-US" sz="1000"/>
              <a:t> </a:t>
            </a:r>
            <a:r>
              <a:rPr lang="en-US" altLang="zh-CN" sz="1000"/>
              <a:t>StringGrid Main</a:t>
            </a:r>
          </a:p>
          <a:p>
            <a:r>
              <a:rPr lang="en-US" altLang="zh-CN" sz="1000"/>
              <a:t>FQ_Main</a:t>
            </a:r>
            <a:endParaRPr lang="zh-CN" altLang="en-US" sz="1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73A2FA-D911-9CC8-287A-8A24399B9D6C}"/>
              </a:ext>
            </a:extLst>
          </p:cNvPr>
          <p:cNvSpPr/>
          <p:nvPr/>
        </p:nvSpPr>
        <p:spPr>
          <a:xfrm>
            <a:off x="3431689" y="3913339"/>
            <a:ext cx="5380459" cy="32094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TMa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FD9EAB-7CE4-8492-BFE9-10FA3763DC7B}"/>
              </a:ext>
            </a:extLst>
          </p:cNvPr>
          <p:cNvSpPr/>
          <p:nvPr/>
        </p:nvSpPr>
        <p:spPr>
          <a:xfrm>
            <a:off x="1281393" y="4817934"/>
            <a:ext cx="9629214" cy="17887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/>
              <a:t>   PCS – PageControl Slave</a:t>
            </a:r>
            <a:endParaRPr lang="zh-CN" altLang="en-US" sz="10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87FD3E-E982-1111-4743-CE2E5F6C8022}"/>
              </a:ext>
            </a:extLst>
          </p:cNvPr>
          <p:cNvSpPr/>
          <p:nvPr/>
        </p:nvSpPr>
        <p:spPr>
          <a:xfrm>
            <a:off x="1414352" y="5398370"/>
            <a:ext cx="5676029" cy="112021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/>
              <a:t>TS_0</a:t>
            </a:r>
            <a:endParaRPr lang="zh-CN" altLang="en-US" sz="10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4A0528-CA07-9641-2946-291F78171EFD}"/>
              </a:ext>
            </a:extLst>
          </p:cNvPr>
          <p:cNvSpPr/>
          <p:nvPr/>
        </p:nvSpPr>
        <p:spPr>
          <a:xfrm>
            <a:off x="7223340" y="5398370"/>
            <a:ext cx="1720975" cy="112021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/>
              <a:t>TS_1</a:t>
            </a:r>
            <a:endParaRPr lang="zh-CN" altLang="en-US" sz="1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62A172-7330-173C-11C0-E2DC47947716}"/>
              </a:ext>
            </a:extLst>
          </p:cNvPr>
          <p:cNvSpPr/>
          <p:nvPr/>
        </p:nvSpPr>
        <p:spPr>
          <a:xfrm>
            <a:off x="9066973" y="5398370"/>
            <a:ext cx="1720975" cy="112021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/>
              <a:t>TS_2</a:t>
            </a:r>
            <a:endParaRPr lang="zh-CN" altLang="en-US" sz="1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C11FA7-DE92-ED20-C795-526C941F20A7}"/>
              </a:ext>
            </a:extLst>
          </p:cNvPr>
          <p:cNvSpPr/>
          <p:nvPr/>
        </p:nvSpPr>
        <p:spPr>
          <a:xfrm>
            <a:off x="1546375" y="5710142"/>
            <a:ext cx="5441947" cy="3671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/>
              <a:t>SG0</a:t>
            </a:r>
          </a:p>
          <a:p>
            <a:r>
              <a:rPr lang="en-US" altLang="zh-CN" sz="1000"/>
              <a:t>FQ_0</a:t>
            </a:r>
            <a:endParaRPr lang="zh-CN" altLang="en-US" sz="1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C3EC969-B4F6-9C6D-575F-92F2911B9AF4}"/>
              </a:ext>
            </a:extLst>
          </p:cNvPr>
          <p:cNvSpPr/>
          <p:nvPr/>
        </p:nvSpPr>
        <p:spPr>
          <a:xfrm>
            <a:off x="7318848" y="5710141"/>
            <a:ext cx="1550559" cy="36715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/>
              <a:t>SG1</a:t>
            </a:r>
          </a:p>
          <a:p>
            <a:r>
              <a:rPr lang="en-US" altLang="zh-CN" sz="1000"/>
              <a:t>FQ_1</a:t>
            </a:r>
            <a:endParaRPr lang="zh-CN" altLang="en-US" sz="1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2E8CAD-E595-3970-4E37-B7EB21D365F6}"/>
              </a:ext>
            </a:extLst>
          </p:cNvPr>
          <p:cNvSpPr/>
          <p:nvPr/>
        </p:nvSpPr>
        <p:spPr>
          <a:xfrm>
            <a:off x="9162481" y="5710141"/>
            <a:ext cx="1550559" cy="36715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/>
              <a:t>SG2</a:t>
            </a:r>
          </a:p>
          <a:p>
            <a:r>
              <a:rPr lang="en-US" altLang="zh-CN" sz="1000"/>
              <a:t>FQ_2</a:t>
            </a:r>
            <a:endParaRPr lang="zh-CN" altLang="en-US" sz="10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F4D9E68-9EAA-0560-8FBF-464CEACE22C7}"/>
              </a:ext>
            </a:extLst>
          </p:cNvPr>
          <p:cNvSpPr/>
          <p:nvPr/>
        </p:nvSpPr>
        <p:spPr>
          <a:xfrm>
            <a:off x="1546375" y="6092739"/>
            <a:ext cx="5441947" cy="32094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TB0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8FBD3C-FB33-A8E7-45BD-34541C67FC45}"/>
              </a:ext>
            </a:extLst>
          </p:cNvPr>
          <p:cNvSpPr/>
          <p:nvPr/>
        </p:nvSpPr>
        <p:spPr>
          <a:xfrm>
            <a:off x="7329865" y="6103756"/>
            <a:ext cx="1550559" cy="32094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TB1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919AB5-8A0E-3101-988D-E2B537AD550F}"/>
              </a:ext>
            </a:extLst>
          </p:cNvPr>
          <p:cNvSpPr/>
          <p:nvPr/>
        </p:nvSpPr>
        <p:spPr>
          <a:xfrm>
            <a:off x="9173498" y="6103756"/>
            <a:ext cx="1550559" cy="32094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TB2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35265BA-7E20-80BB-550A-339DD521FBDF}"/>
              </a:ext>
            </a:extLst>
          </p:cNvPr>
          <p:cNvSpPr/>
          <p:nvPr/>
        </p:nvSpPr>
        <p:spPr>
          <a:xfrm>
            <a:off x="5640008" y="4883491"/>
            <a:ext cx="5247191" cy="3832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   P_SButtons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01C1B34-5A5E-A686-6D3D-DF902ADD6D64}"/>
              </a:ext>
            </a:extLst>
          </p:cNvPr>
          <p:cNvSpPr/>
          <p:nvPr/>
        </p:nvSpPr>
        <p:spPr>
          <a:xfrm>
            <a:off x="8954613" y="4962008"/>
            <a:ext cx="977528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B_SDelete</a:t>
            </a:r>
            <a:endParaRPr lang="zh-CN" altLang="en-US" sz="100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24CC56C-0ADA-91F8-CA40-EBAAD828B5CA}"/>
              </a:ext>
            </a:extLst>
          </p:cNvPr>
          <p:cNvSpPr/>
          <p:nvPr/>
        </p:nvSpPr>
        <p:spPr>
          <a:xfrm>
            <a:off x="8016411" y="4962008"/>
            <a:ext cx="837079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B_SNew</a:t>
            </a:r>
            <a:endParaRPr lang="zh-CN" altLang="en-US" sz="100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FF51031-B426-17EA-EC5A-46F0A4EEC822}"/>
              </a:ext>
            </a:extLst>
          </p:cNvPr>
          <p:cNvSpPr/>
          <p:nvPr/>
        </p:nvSpPr>
        <p:spPr>
          <a:xfrm>
            <a:off x="7100679" y="4962008"/>
            <a:ext cx="837078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B_SEdit</a:t>
            </a:r>
            <a:endParaRPr lang="zh-CN" altLang="en-US" sz="100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719D860-80BC-BF14-32C0-BC535579A26E}"/>
              </a:ext>
            </a:extLst>
          </p:cNvPr>
          <p:cNvSpPr/>
          <p:nvPr/>
        </p:nvSpPr>
        <p:spPr>
          <a:xfrm>
            <a:off x="10010793" y="4962008"/>
            <a:ext cx="820225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B_SPrint</a:t>
            </a:r>
            <a:endParaRPr lang="zh-CN" altLang="en-US" sz="100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C5CD33B-1A26-0B76-AEF7-AC6F1CCC5960}"/>
              </a:ext>
            </a:extLst>
          </p:cNvPr>
          <p:cNvSpPr/>
          <p:nvPr/>
        </p:nvSpPr>
        <p:spPr>
          <a:xfrm>
            <a:off x="2207854" y="1291179"/>
            <a:ext cx="1694361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E_Query0</a:t>
            </a:r>
            <a:endParaRPr lang="zh-CN" altLang="en-US" sz="100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F71B817-CA27-1B76-8692-EC1CA7E8A6AA}"/>
              </a:ext>
            </a:extLst>
          </p:cNvPr>
          <p:cNvSpPr/>
          <p:nvPr/>
        </p:nvSpPr>
        <p:spPr>
          <a:xfrm>
            <a:off x="5556893" y="1911337"/>
            <a:ext cx="766266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BQR</a:t>
            </a:r>
            <a:endParaRPr lang="zh-CN" altLang="en-US" sz="100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77E8BA4-0DC2-A91F-740F-85665D30ECEC}"/>
              </a:ext>
            </a:extLst>
          </p:cNvPr>
          <p:cNvSpPr/>
          <p:nvPr/>
        </p:nvSpPr>
        <p:spPr>
          <a:xfrm>
            <a:off x="4566957" y="1910412"/>
            <a:ext cx="837078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BQY</a:t>
            </a:r>
            <a:endParaRPr lang="zh-CN" altLang="en-US" sz="10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271E36B-A707-5798-85B9-1F62CC967359}"/>
              </a:ext>
            </a:extLst>
          </p:cNvPr>
          <p:cNvSpPr txBox="1"/>
          <p:nvPr/>
        </p:nvSpPr>
        <p:spPr>
          <a:xfrm>
            <a:off x="1453493" y="1306147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LQ0</a:t>
            </a:r>
            <a:endParaRPr lang="zh-CN" altLang="en-US" sz="100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72E1F86-E164-5E9F-F110-23692D487CF3}"/>
              </a:ext>
            </a:extLst>
          </p:cNvPr>
          <p:cNvSpPr/>
          <p:nvPr/>
        </p:nvSpPr>
        <p:spPr>
          <a:xfrm>
            <a:off x="4720554" y="1291179"/>
            <a:ext cx="1694362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E_Query1</a:t>
            </a:r>
            <a:endParaRPr lang="zh-CN" altLang="en-US" sz="10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6A940F0-00BC-887D-A569-5CAAA46D4B87}"/>
              </a:ext>
            </a:extLst>
          </p:cNvPr>
          <p:cNvSpPr txBox="1"/>
          <p:nvPr/>
        </p:nvSpPr>
        <p:spPr>
          <a:xfrm>
            <a:off x="4054594" y="1306147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LQ1</a:t>
            </a:r>
            <a:endParaRPr lang="zh-CN" altLang="en-US" sz="100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889DCD0-9BEF-BEBB-A9F8-6AF700F86E06}"/>
              </a:ext>
            </a:extLst>
          </p:cNvPr>
          <p:cNvSpPr/>
          <p:nvPr/>
        </p:nvSpPr>
        <p:spPr>
          <a:xfrm>
            <a:off x="2207855" y="1849999"/>
            <a:ext cx="1694362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E_Query3</a:t>
            </a:r>
            <a:endParaRPr lang="zh-CN" altLang="en-US" sz="10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71646F1-B3A5-05D0-A887-3889122075C6}"/>
              </a:ext>
            </a:extLst>
          </p:cNvPr>
          <p:cNvSpPr txBox="1"/>
          <p:nvPr/>
        </p:nvSpPr>
        <p:spPr>
          <a:xfrm>
            <a:off x="1453493" y="1887001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LQ3</a:t>
            </a:r>
            <a:endParaRPr lang="zh-CN" altLang="en-US" sz="100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F70E4B3-6EE9-4E3F-797B-008D1B422DB4}"/>
              </a:ext>
            </a:extLst>
          </p:cNvPr>
          <p:cNvSpPr/>
          <p:nvPr/>
        </p:nvSpPr>
        <p:spPr>
          <a:xfrm>
            <a:off x="7332163" y="1306147"/>
            <a:ext cx="943427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E_Query2S</a:t>
            </a:r>
            <a:endParaRPr lang="zh-CN" altLang="en-US" sz="10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62210EE-7CB6-676D-C83E-74EAF688D9AE}"/>
              </a:ext>
            </a:extLst>
          </p:cNvPr>
          <p:cNvSpPr txBox="1"/>
          <p:nvPr/>
        </p:nvSpPr>
        <p:spPr>
          <a:xfrm>
            <a:off x="6612413" y="1321115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LQ2</a:t>
            </a:r>
            <a:endParaRPr lang="zh-CN" altLang="en-US" sz="100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BFBEC49-EA89-2B12-F4C3-0F7DEACCEB0F}"/>
              </a:ext>
            </a:extLst>
          </p:cNvPr>
          <p:cNvSpPr/>
          <p:nvPr/>
        </p:nvSpPr>
        <p:spPr>
          <a:xfrm>
            <a:off x="8424172" y="1321115"/>
            <a:ext cx="943427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E_Query2E</a:t>
            </a:r>
            <a:endParaRPr lang="zh-CN" altLang="en-US" sz="100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EB2E093-5E97-DCFF-614A-A8554CDBBE37}"/>
              </a:ext>
            </a:extLst>
          </p:cNvPr>
          <p:cNvSpPr txBox="1"/>
          <p:nvPr/>
        </p:nvSpPr>
        <p:spPr>
          <a:xfrm>
            <a:off x="8176885" y="1072135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-</a:t>
            </a:r>
            <a:endParaRPr lang="zh-CN" altLang="en-US" sz="100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024AB0A-3B89-FD50-72A6-0503E1885EA7}"/>
              </a:ext>
            </a:extLst>
          </p:cNvPr>
          <p:cNvSpPr/>
          <p:nvPr/>
        </p:nvSpPr>
        <p:spPr>
          <a:xfrm>
            <a:off x="1281393" y="2308585"/>
            <a:ext cx="9629212" cy="38377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PQm - Panel Querymode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A6DBC00-961B-3193-3221-BC36DD75B3CF}"/>
              </a:ext>
            </a:extLst>
          </p:cNvPr>
          <p:cNvSpPr/>
          <p:nvPr/>
        </p:nvSpPr>
        <p:spPr>
          <a:xfrm>
            <a:off x="2853488" y="2377491"/>
            <a:ext cx="1587638" cy="24140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EKW</a:t>
            </a:r>
            <a:endParaRPr lang="zh-CN" altLang="en-US" sz="100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CE7CF263-BDB5-FB98-8612-3453BF54E626}"/>
              </a:ext>
            </a:extLst>
          </p:cNvPr>
          <p:cNvSpPr/>
          <p:nvPr/>
        </p:nvSpPr>
        <p:spPr>
          <a:xfrm>
            <a:off x="9539530" y="3085796"/>
            <a:ext cx="1101497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BQM</a:t>
            </a:r>
            <a:endParaRPr lang="zh-CN" altLang="en-US" sz="100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64F4158-9E6E-8B4A-0B08-8FD5C206E939}"/>
              </a:ext>
            </a:extLst>
          </p:cNvPr>
          <p:cNvSpPr/>
          <p:nvPr/>
        </p:nvSpPr>
        <p:spPr>
          <a:xfrm>
            <a:off x="8365561" y="3086938"/>
            <a:ext cx="1101497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BFz</a:t>
            </a:r>
            <a:endParaRPr lang="zh-CN" altLang="en-US" sz="100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929A97D-8C98-9C34-D65F-EE4C4F529F2A}"/>
              </a:ext>
            </a:extLst>
          </p:cNvPr>
          <p:cNvSpPr/>
          <p:nvPr/>
        </p:nvSpPr>
        <p:spPr>
          <a:xfrm>
            <a:off x="9115961" y="3904586"/>
            <a:ext cx="943427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CB_PageSize</a:t>
            </a:r>
            <a:endParaRPr lang="zh-CN" altLang="en-US" sz="10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4C267F9-370E-646C-ABB5-CA4FB19F093E}"/>
              </a:ext>
            </a:extLst>
          </p:cNvPr>
          <p:cNvSpPr/>
          <p:nvPr/>
        </p:nvSpPr>
        <p:spPr>
          <a:xfrm>
            <a:off x="1450626" y="1144647"/>
            <a:ext cx="2518922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PQ0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EAA3774-535A-0F3C-2ECD-A89BFFA38D82}"/>
              </a:ext>
            </a:extLst>
          </p:cNvPr>
          <p:cNvSpPr/>
          <p:nvPr/>
        </p:nvSpPr>
        <p:spPr>
          <a:xfrm>
            <a:off x="4038595" y="1144647"/>
            <a:ext cx="2518922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PQ1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FFF19C2-9C0E-C25C-A578-38763023E36E}"/>
              </a:ext>
            </a:extLst>
          </p:cNvPr>
          <p:cNvSpPr/>
          <p:nvPr/>
        </p:nvSpPr>
        <p:spPr>
          <a:xfrm>
            <a:off x="6596585" y="1144647"/>
            <a:ext cx="2856060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PQ2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EC3F4F3-A8C9-FFBF-23D6-4C70F9C514ED}"/>
              </a:ext>
            </a:extLst>
          </p:cNvPr>
          <p:cNvSpPr/>
          <p:nvPr/>
        </p:nvSpPr>
        <p:spPr>
          <a:xfrm>
            <a:off x="1455386" y="1723219"/>
            <a:ext cx="2514162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PQ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6F6E4AF-CD77-77E3-FF1B-24F1DBF853E3}"/>
              </a:ext>
            </a:extLst>
          </p:cNvPr>
          <p:cNvSpPr/>
          <p:nvPr/>
        </p:nvSpPr>
        <p:spPr>
          <a:xfrm>
            <a:off x="4045649" y="1733915"/>
            <a:ext cx="2514162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PQx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D3E7C57-C612-FD19-C176-28A2BD87D29A}"/>
              </a:ext>
            </a:extLst>
          </p:cNvPr>
          <p:cNvSpPr/>
          <p:nvPr/>
        </p:nvSpPr>
        <p:spPr>
          <a:xfrm>
            <a:off x="5931227" y="3072758"/>
            <a:ext cx="820225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BHd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31785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6453B5-2986-9527-EC9D-548F4CADA701}"/>
              </a:ext>
            </a:extLst>
          </p:cNvPr>
          <p:cNvSpPr txBox="1"/>
          <p:nvPr/>
        </p:nvSpPr>
        <p:spPr>
          <a:xfrm>
            <a:off x="4186663" y="222802"/>
            <a:ext cx="3818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/>
              <a:t>QuickCrud </a:t>
            </a:r>
            <a:r>
              <a:rPr lang="zh-CN" altLang="en-US" b="1"/>
              <a:t>编辑</a:t>
            </a:r>
            <a:r>
              <a:rPr lang="en-US" altLang="zh-CN" b="1"/>
              <a:t>/</a:t>
            </a:r>
            <a:r>
              <a:rPr lang="zh-CN" altLang="en-US" b="1"/>
              <a:t>新增面板控件设计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9D575E-91DF-CB06-BCFA-BF00DE56E53F}"/>
              </a:ext>
            </a:extLst>
          </p:cNvPr>
          <p:cNvSpPr/>
          <p:nvPr/>
        </p:nvSpPr>
        <p:spPr>
          <a:xfrm>
            <a:off x="2877671" y="688623"/>
            <a:ext cx="6427694" cy="59465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 PEr – Panel Editor</a:t>
            </a:r>
            <a:endParaRPr lang="zh-CN" altLang="en-US" sz="120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37D30AB-6E83-28FE-1CF8-AE64938D7FA7}"/>
              </a:ext>
            </a:extLst>
          </p:cNvPr>
          <p:cNvSpPr/>
          <p:nvPr/>
        </p:nvSpPr>
        <p:spPr>
          <a:xfrm>
            <a:off x="3050241" y="1090554"/>
            <a:ext cx="1950738" cy="39669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BET – Button Editor Title</a:t>
            </a:r>
            <a:endParaRPr lang="zh-CN" altLang="en-US" sz="12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1F8440-533F-2574-83CA-ACD01B73BDAC}"/>
              </a:ext>
            </a:extLst>
          </p:cNvPr>
          <p:cNvSpPr/>
          <p:nvPr/>
        </p:nvSpPr>
        <p:spPr>
          <a:xfrm>
            <a:off x="3048006" y="1596160"/>
            <a:ext cx="3045760" cy="32541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SB_0 </a:t>
            </a:r>
            <a:r>
              <a:rPr lang="zh-CN" altLang="en-US" sz="1200"/>
              <a:t>（</a:t>
            </a:r>
            <a:r>
              <a:rPr lang="en-US" altLang="zh-CN" sz="1200"/>
              <a:t>FDQuery1, SG_Main</a:t>
            </a:r>
            <a:r>
              <a:rPr lang="zh-CN" altLang="en-US" sz="1200"/>
              <a:t>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3050D4-8D7C-1DB7-46BD-438823344085}"/>
              </a:ext>
            </a:extLst>
          </p:cNvPr>
          <p:cNvSpPr/>
          <p:nvPr/>
        </p:nvSpPr>
        <p:spPr>
          <a:xfrm>
            <a:off x="3149981" y="2053357"/>
            <a:ext cx="2804831" cy="3056527"/>
          </a:xfrm>
          <a:prstGeom prst="rect">
            <a:avLst/>
          </a:prstGeom>
          <a:solidFill>
            <a:srgbClr val="33CCCC">
              <a:alpha val="50196"/>
            </a:srgb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P_0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153DB3-1CB0-4633-14BA-D6ABDE590610}"/>
              </a:ext>
            </a:extLst>
          </p:cNvPr>
          <p:cNvSpPr/>
          <p:nvPr/>
        </p:nvSpPr>
        <p:spPr>
          <a:xfrm>
            <a:off x="3284453" y="2510554"/>
            <a:ext cx="2535889" cy="10219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Pf00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F996BF-1E61-FF2B-3A6B-13F3CFE406B9}"/>
              </a:ext>
            </a:extLst>
          </p:cNvPr>
          <p:cNvSpPr/>
          <p:nvPr/>
        </p:nvSpPr>
        <p:spPr>
          <a:xfrm>
            <a:off x="3418923" y="3008094"/>
            <a:ext cx="1150843" cy="38997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en-US" altLang="zh-CN" sz="1200"/>
              <a:t>L_Query00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788559-4133-4BA7-AF5B-CB935A4A95CA}"/>
              </a:ext>
            </a:extLst>
          </p:cNvPr>
          <p:cNvSpPr/>
          <p:nvPr/>
        </p:nvSpPr>
        <p:spPr>
          <a:xfrm>
            <a:off x="4669500" y="2994654"/>
            <a:ext cx="1056714" cy="389971"/>
          </a:xfrm>
          <a:prstGeom prst="rect">
            <a:avLst/>
          </a:prstGeom>
          <a:solidFill>
            <a:srgbClr val="33CCCC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Query00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0A9B5F-6A45-7CD8-52AF-1254E8F4D191}"/>
              </a:ext>
            </a:extLst>
          </p:cNvPr>
          <p:cNvSpPr/>
          <p:nvPr/>
        </p:nvSpPr>
        <p:spPr>
          <a:xfrm>
            <a:off x="3284453" y="3653559"/>
            <a:ext cx="2535889" cy="10219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Pf01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B0DBD5-226E-7EDD-7A7A-5FDE7FB0676F}"/>
              </a:ext>
            </a:extLst>
          </p:cNvPr>
          <p:cNvSpPr/>
          <p:nvPr/>
        </p:nvSpPr>
        <p:spPr>
          <a:xfrm>
            <a:off x="3418923" y="4151099"/>
            <a:ext cx="1150843" cy="38997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en-US" altLang="zh-CN" sz="1200"/>
              <a:t>L_Query01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FF8080-258B-BB2D-DE2A-D737BFB3902F}"/>
              </a:ext>
            </a:extLst>
          </p:cNvPr>
          <p:cNvSpPr/>
          <p:nvPr/>
        </p:nvSpPr>
        <p:spPr>
          <a:xfrm>
            <a:off x="4669500" y="4137659"/>
            <a:ext cx="1056714" cy="389971"/>
          </a:xfrm>
          <a:prstGeom prst="rect">
            <a:avLst/>
          </a:prstGeom>
          <a:solidFill>
            <a:srgbClr val="33CCCC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Query01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B61D1C-4BC2-248C-E4A9-D85306651BA7}"/>
              </a:ext>
            </a:extLst>
          </p:cNvPr>
          <p:cNvSpPr/>
          <p:nvPr/>
        </p:nvSpPr>
        <p:spPr>
          <a:xfrm>
            <a:off x="6131863" y="1596160"/>
            <a:ext cx="3045760" cy="32541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SB_1 </a:t>
            </a:r>
            <a:r>
              <a:rPr lang="zh-CN" altLang="en-US" sz="1200"/>
              <a:t>（</a:t>
            </a:r>
            <a:r>
              <a:rPr lang="en-US" altLang="zh-CN" sz="1200"/>
              <a:t>FQ_0, SG_0</a:t>
            </a:r>
            <a:r>
              <a:rPr lang="zh-CN" altLang="en-US" sz="1200"/>
              <a:t>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0D7C8B-9F8B-FD7B-3AF0-B0A3E609AF95}"/>
              </a:ext>
            </a:extLst>
          </p:cNvPr>
          <p:cNvSpPr/>
          <p:nvPr/>
        </p:nvSpPr>
        <p:spPr>
          <a:xfrm>
            <a:off x="6233838" y="2053357"/>
            <a:ext cx="2804831" cy="3056527"/>
          </a:xfrm>
          <a:prstGeom prst="rect">
            <a:avLst/>
          </a:prstGeom>
          <a:solidFill>
            <a:srgbClr val="33CCCC">
              <a:alpha val="50196"/>
            </a:srgb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P_1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0040C3-21EC-9237-EE88-CA0C787DD59A}"/>
              </a:ext>
            </a:extLst>
          </p:cNvPr>
          <p:cNvSpPr/>
          <p:nvPr/>
        </p:nvSpPr>
        <p:spPr>
          <a:xfrm>
            <a:off x="6368310" y="2510554"/>
            <a:ext cx="2535889" cy="10219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P_10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452E87-84A8-B0FF-BAE1-4F33B8D5DD8D}"/>
              </a:ext>
            </a:extLst>
          </p:cNvPr>
          <p:cNvSpPr/>
          <p:nvPr/>
        </p:nvSpPr>
        <p:spPr>
          <a:xfrm>
            <a:off x="6502780" y="3008094"/>
            <a:ext cx="1150843" cy="38997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en-US" altLang="zh-CN" sz="1200"/>
              <a:t>L_Query10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749F208-E43F-997B-D155-6B511DCA4A82}"/>
              </a:ext>
            </a:extLst>
          </p:cNvPr>
          <p:cNvSpPr/>
          <p:nvPr/>
        </p:nvSpPr>
        <p:spPr>
          <a:xfrm>
            <a:off x="7753357" y="2994654"/>
            <a:ext cx="1056714" cy="389971"/>
          </a:xfrm>
          <a:prstGeom prst="rect">
            <a:avLst/>
          </a:prstGeom>
          <a:solidFill>
            <a:srgbClr val="33CCCC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Query10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42D5CF-9F20-74E1-0E58-CE1AAD8699C1}"/>
              </a:ext>
            </a:extLst>
          </p:cNvPr>
          <p:cNvSpPr/>
          <p:nvPr/>
        </p:nvSpPr>
        <p:spPr>
          <a:xfrm>
            <a:off x="6368310" y="3653559"/>
            <a:ext cx="2535889" cy="10219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P_01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8C2DA4-E6F7-7E79-8517-B21AD0E9AC90}"/>
              </a:ext>
            </a:extLst>
          </p:cNvPr>
          <p:cNvSpPr/>
          <p:nvPr/>
        </p:nvSpPr>
        <p:spPr>
          <a:xfrm>
            <a:off x="6502780" y="4151099"/>
            <a:ext cx="1150843" cy="38997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en-US" altLang="zh-CN" sz="1200"/>
              <a:t>L_Query11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DFB539-4BFF-F2B2-4971-139752B540D3}"/>
              </a:ext>
            </a:extLst>
          </p:cNvPr>
          <p:cNvSpPr/>
          <p:nvPr/>
        </p:nvSpPr>
        <p:spPr>
          <a:xfrm>
            <a:off x="7753357" y="4137659"/>
            <a:ext cx="1056714" cy="389971"/>
          </a:xfrm>
          <a:prstGeom prst="rect">
            <a:avLst/>
          </a:prstGeom>
          <a:solidFill>
            <a:srgbClr val="33CCCC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Query11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9AFE67-F21E-9E2E-D531-889E355E13E4}"/>
              </a:ext>
            </a:extLst>
          </p:cNvPr>
          <p:cNvSpPr/>
          <p:nvPr/>
        </p:nvSpPr>
        <p:spPr>
          <a:xfrm>
            <a:off x="3022225" y="5764737"/>
            <a:ext cx="6157632" cy="77053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   P_EButtons</a:t>
            </a:r>
            <a:endParaRPr lang="zh-CN" altLang="en-US" sz="120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9EA0E3E-E5B0-823D-50F0-B007A07AF905}"/>
              </a:ext>
            </a:extLst>
          </p:cNvPr>
          <p:cNvSpPr/>
          <p:nvPr/>
        </p:nvSpPr>
        <p:spPr>
          <a:xfrm>
            <a:off x="3153333" y="6024278"/>
            <a:ext cx="2803714" cy="39669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B_ECancel</a:t>
            </a:r>
            <a:endParaRPr lang="zh-CN" altLang="en-US" sz="120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1B129AB-EEEE-F958-56CC-88A1BCF8ADC3}"/>
              </a:ext>
            </a:extLst>
          </p:cNvPr>
          <p:cNvSpPr/>
          <p:nvPr/>
        </p:nvSpPr>
        <p:spPr>
          <a:xfrm>
            <a:off x="6234955" y="6024278"/>
            <a:ext cx="2803714" cy="39669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B_EOK</a:t>
            </a:r>
            <a:endParaRPr lang="zh-CN" altLang="en-US" sz="12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6A1629-4044-624D-DA27-AEBA6531EDED}"/>
              </a:ext>
            </a:extLst>
          </p:cNvPr>
          <p:cNvSpPr/>
          <p:nvPr/>
        </p:nvSpPr>
        <p:spPr>
          <a:xfrm>
            <a:off x="3022225" y="5230907"/>
            <a:ext cx="6157632" cy="4988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   CK_EBatch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811839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E9D575E-91DF-CB06-BCFA-BF00DE56E53F}"/>
              </a:ext>
            </a:extLst>
          </p:cNvPr>
          <p:cNvSpPr/>
          <p:nvPr/>
        </p:nvSpPr>
        <p:spPr>
          <a:xfrm>
            <a:off x="2877671" y="833719"/>
            <a:ext cx="6427694" cy="58014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   Per – Panel Editor</a:t>
            </a:r>
            <a:endParaRPr lang="zh-CN" altLang="en-US" sz="12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6453B5-2986-9527-EC9D-548F4CADA701}"/>
              </a:ext>
            </a:extLst>
          </p:cNvPr>
          <p:cNvSpPr txBox="1"/>
          <p:nvPr/>
        </p:nvSpPr>
        <p:spPr>
          <a:xfrm>
            <a:off x="2877671" y="222802"/>
            <a:ext cx="6427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QuickCrud </a:t>
            </a:r>
            <a:r>
              <a:rPr lang="zh-CN" altLang="en-US" b="1"/>
              <a:t>编辑</a:t>
            </a:r>
            <a:r>
              <a:rPr lang="en-US" altLang="zh-CN" b="1"/>
              <a:t>/</a:t>
            </a:r>
            <a:r>
              <a:rPr lang="zh-CN" altLang="en-US" b="1"/>
              <a:t>新增面板控件设计（仿诺依）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37D30AB-6E83-28FE-1CF8-AE64938D7FA7}"/>
              </a:ext>
            </a:extLst>
          </p:cNvPr>
          <p:cNvSpPr/>
          <p:nvPr/>
        </p:nvSpPr>
        <p:spPr>
          <a:xfrm>
            <a:off x="3086100" y="1177980"/>
            <a:ext cx="936065" cy="29803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B_ETitle</a:t>
            </a:r>
            <a:endParaRPr lang="zh-CN" altLang="en-US" sz="12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1F8440-533F-2574-83CA-ACD01B73BDAC}"/>
              </a:ext>
            </a:extLst>
          </p:cNvPr>
          <p:cNvSpPr/>
          <p:nvPr/>
        </p:nvSpPr>
        <p:spPr>
          <a:xfrm>
            <a:off x="3048006" y="1596160"/>
            <a:ext cx="3045760" cy="32541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SB_0 </a:t>
            </a:r>
            <a:r>
              <a:rPr lang="zh-CN" altLang="en-US" sz="1200"/>
              <a:t>（</a:t>
            </a:r>
            <a:r>
              <a:rPr lang="en-US" altLang="zh-CN" sz="1200"/>
              <a:t>FDQuery1, SG_Main</a:t>
            </a:r>
            <a:r>
              <a:rPr lang="zh-CN" altLang="en-US" sz="1200"/>
              <a:t>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3050D4-8D7C-1DB7-46BD-438823344085}"/>
              </a:ext>
            </a:extLst>
          </p:cNvPr>
          <p:cNvSpPr/>
          <p:nvPr/>
        </p:nvSpPr>
        <p:spPr>
          <a:xfrm>
            <a:off x="3149981" y="2053357"/>
            <a:ext cx="2804831" cy="3056527"/>
          </a:xfrm>
          <a:prstGeom prst="rect">
            <a:avLst/>
          </a:prstGeom>
          <a:solidFill>
            <a:srgbClr val="33CCCC">
              <a:alpha val="50196"/>
            </a:srgb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FP_Content0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153DB3-1CB0-4633-14BA-D6ABDE590610}"/>
              </a:ext>
            </a:extLst>
          </p:cNvPr>
          <p:cNvSpPr/>
          <p:nvPr/>
        </p:nvSpPr>
        <p:spPr>
          <a:xfrm>
            <a:off x="3284453" y="2510554"/>
            <a:ext cx="2535889" cy="10219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P_00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F996BF-1E61-FF2B-3A6B-13F3CFE406B9}"/>
              </a:ext>
            </a:extLst>
          </p:cNvPr>
          <p:cNvSpPr/>
          <p:nvPr/>
        </p:nvSpPr>
        <p:spPr>
          <a:xfrm>
            <a:off x="3418923" y="3008094"/>
            <a:ext cx="1150843" cy="38997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en-US" altLang="zh-CN" sz="1200"/>
              <a:t>L_Query00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788559-4133-4BA7-AF5B-CB935A4A95CA}"/>
              </a:ext>
            </a:extLst>
          </p:cNvPr>
          <p:cNvSpPr/>
          <p:nvPr/>
        </p:nvSpPr>
        <p:spPr>
          <a:xfrm>
            <a:off x="4669500" y="2994654"/>
            <a:ext cx="1056714" cy="389971"/>
          </a:xfrm>
          <a:prstGeom prst="rect">
            <a:avLst/>
          </a:prstGeom>
          <a:solidFill>
            <a:srgbClr val="33CCCC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Query00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0A9B5F-6A45-7CD8-52AF-1254E8F4D191}"/>
              </a:ext>
            </a:extLst>
          </p:cNvPr>
          <p:cNvSpPr/>
          <p:nvPr/>
        </p:nvSpPr>
        <p:spPr>
          <a:xfrm>
            <a:off x="3284453" y="3653559"/>
            <a:ext cx="2535889" cy="10219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P_01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B0DBD5-226E-7EDD-7A7A-5FDE7FB0676F}"/>
              </a:ext>
            </a:extLst>
          </p:cNvPr>
          <p:cNvSpPr/>
          <p:nvPr/>
        </p:nvSpPr>
        <p:spPr>
          <a:xfrm>
            <a:off x="3418923" y="4151099"/>
            <a:ext cx="1150843" cy="38997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en-US" altLang="zh-CN" sz="1200"/>
              <a:t>L_Query01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FF8080-258B-BB2D-DE2A-D737BFB3902F}"/>
              </a:ext>
            </a:extLst>
          </p:cNvPr>
          <p:cNvSpPr/>
          <p:nvPr/>
        </p:nvSpPr>
        <p:spPr>
          <a:xfrm>
            <a:off x="4669500" y="4137659"/>
            <a:ext cx="1056714" cy="389971"/>
          </a:xfrm>
          <a:prstGeom prst="rect">
            <a:avLst/>
          </a:prstGeom>
          <a:solidFill>
            <a:srgbClr val="33CCCC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Query01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B61D1C-4BC2-248C-E4A9-D85306651BA7}"/>
              </a:ext>
            </a:extLst>
          </p:cNvPr>
          <p:cNvSpPr/>
          <p:nvPr/>
        </p:nvSpPr>
        <p:spPr>
          <a:xfrm>
            <a:off x="6131863" y="1596160"/>
            <a:ext cx="3045760" cy="32541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SB_1 </a:t>
            </a:r>
            <a:r>
              <a:rPr lang="zh-CN" altLang="en-US" sz="1200"/>
              <a:t>（</a:t>
            </a:r>
            <a:r>
              <a:rPr lang="en-US" altLang="zh-CN" sz="1200"/>
              <a:t>FQ_0, SG_0</a:t>
            </a:r>
            <a:r>
              <a:rPr lang="zh-CN" altLang="en-US" sz="1200"/>
              <a:t>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0D7C8B-9F8B-FD7B-3AF0-B0A3E609AF95}"/>
              </a:ext>
            </a:extLst>
          </p:cNvPr>
          <p:cNvSpPr/>
          <p:nvPr/>
        </p:nvSpPr>
        <p:spPr>
          <a:xfrm>
            <a:off x="6233838" y="2053357"/>
            <a:ext cx="2804831" cy="3056527"/>
          </a:xfrm>
          <a:prstGeom prst="rect">
            <a:avLst/>
          </a:prstGeom>
          <a:solidFill>
            <a:srgbClr val="33CCCC">
              <a:alpha val="50196"/>
            </a:srgb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FP_Content1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0040C3-21EC-9237-EE88-CA0C787DD59A}"/>
              </a:ext>
            </a:extLst>
          </p:cNvPr>
          <p:cNvSpPr/>
          <p:nvPr/>
        </p:nvSpPr>
        <p:spPr>
          <a:xfrm>
            <a:off x="6368310" y="2510554"/>
            <a:ext cx="2535889" cy="10219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P_10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452E87-84A8-B0FF-BAE1-4F33B8D5DD8D}"/>
              </a:ext>
            </a:extLst>
          </p:cNvPr>
          <p:cNvSpPr/>
          <p:nvPr/>
        </p:nvSpPr>
        <p:spPr>
          <a:xfrm>
            <a:off x="6502780" y="3008094"/>
            <a:ext cx="1150843" cy="38997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en-US" altLang="zh-CN" sz="1200"/>
              <a:t>L_Query10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749F208-E43F-997B-D155-6B511DCA4A82}"/>
              </a:ext>
            </a:extLst>
          </p:cNvPr>
          <p:cNvSpPr/>
          <p:nvPr/>
        </p:nvSpPr>
        <p:spPr>
          <a:xfrm>
            <a:off x="7753357" y="2994654"/>
            <a:ext cx="1056714" cy="389971"/>
          </a:xfrm>
          <a:prstGeom prst="rect">
            <a:avLst/>
          </a:prstGeom>
          <a:solidFill>
            <a:srgbClr val="33CCCC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Query10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42D5CF-9F20-74E1-0E58-CE1AAD8699C1}"/>
              </a:ext>
            </a:extLst>
          </p:cNvPr>
          <p:cNvSpPr/>
          <p:nvPr/>
        </p:nvSpPr>
        <p:spPr>
          <a:xfrm>
            <a:off x="6368310" y="3653559"/>
            <a:ext cx="2535889" cy="10219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P_01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8C2DA4-E6F7-7E79-8517-B21AD0E9AC90}"/>
              </a:ext>
            </a:extLst>
          </p:cNvPr>
          <p:cNvSpPr/>
          <p:nvPr/>
        </p:nvSpPr>
        <p:spPr>
          <a:xfrm>
            <a:off x="6502780" y="4151099"/>
            <a:ext cx="1150843" cy="38997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en-US" altLang="zh-CN" sz="1200"/>
              <a:t>L_Query11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DFB539-4BFF-F2B2-4971-139752B540D3}"/>
              </a:ext>
            </a:extLst>
          </p:cNvPr>
          <p:cNvSpPr/>
          <p:nvPr/>
        </p:nvSpPr>
        <p:spPr>
          <a:xfrm>
            <a:off x="7753357" y="4137659"/>
            <a:ext cx="1056714" cy="389971"/>
          </a:xfrm>
          <a:prstGeom prst="rect">
            <a:avLst/>
          </a:prstGeom>
          <a:solidFill>
            <a:srgbClr val="33CCCC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Query11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9AFE67-F21E-9E2E-D531-889E355E13E4}"/>
              </a:ext>
            </a:extLst>
          </p:cNvPr>
          <p:cNvSpPr/>
          <p:nvPr/>
        </p:nvSpPr>
        <p:spPr>
          <a:xfrm>
            <a:off x="3022225" y="5764737"/>
            <a:ext cx="6157632" cy="77053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   P_EButtons</a:t>
            </a:r>
            <a:endParaRPr lang="zh-CN" altLang="en-US" sz="120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9EA0E3E-E5B0-823D-50F0-B007A07AF905}"/>
              </a:ext>
            </a:extLst>
          </p:cNvPr>
          <p:cNvSpPr/>
          <p:nvPr/>
        </p:nvSpPr>
        <p:spPr>
          <a:xfrm>
            <a:off x="6997699" y="6024278"/>
            <a:ext cx="965947" cy="39669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B_ECancel</a:t>
            </a:r>
            <a:endParaRPr lang="zh-CN" altLang="en-US" sz="120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1B129AB-EEEE-F958-56CC-88A1BCF8ADC3}"/>
              </a:ext>
            </a:extLst>
          </p:cNvPr>
          <p:cNvSpPr/>
          <p:nvPr/>
        </p:nvSpPr>
        <p:spPr>
          <a:xfrm>
            <a:off x="8072721" y="6024278"/>
            <a:ext cx="965948" cy="39669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B_EOK</a:t>
            </a:r>
            <a:endParaRPr lang="zh-CN" altLang="en-US" sz="12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6A1629-4044-624D-DA27-AEBA6531EDED}"/>
              </a:ext>
            </a:extLst>
          </p:cNvPr>
          <p:cNvSpPr/>
          <p:nvPr/>
        </p:nvSpPr>
        <p:spPr>
          <a:xfrm>
            <a:off x="3022225" y="5230907"/>
            <a:ext cx="6157632" cy="4988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   CK_EBatch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64969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E9D575E-91DF-CB06-BCFA-BF00DE56E53F}"/>
              </a:ext>
            </a:extLst>
          </p:cNvPr>
          <p:cNvSpPr/>
          <p:nvPr/>
        </p:nvSpPr>
        <p:spPr>
          <a:xfrm>
            <a:off x="2877671" y="592135"/>
            <a:ext cx="6427694" cy="6043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   P_Query</a:t>
            </a:r>
            <a:endParaRPr lang="zh-CN" altLang="en-US" sz="12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8DAC93-A642-D5C3-D32C-F876A324133F}"/>
              </a:ext>
            </a:extLst>
          </p:cNvPr>
          <p:cNvSpPr/>
          <p:nvPr/>
        </p:nvSpPr>
        <p:spPr>
          <a:xfrm>
            <a:off x="3012702" y="851675"/>
            <a:ext cx="6157632" cy="68397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   P_QTitle</a:t>
            </a:r>
            <a:endParaRPr lang="zh-CN" altLang="en-US" sz="12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6453B5-2986-9527-EC9D-548F4CADA701}"/>
              </a:ext>
            </a:extLst>
          </p:cNvPr>
          <p:cNvSpPr txBox="1"/>
          <p:nvPr/>
        </p:nvSpPr>
        <p:spPr>
          <a:xfrm>
            <a:off x="2877671" y="222802"/>
            <a:ext cx="6427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/>
              <a:t>从表查询面板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37D30AB-6E83-28FE-1CF8-AE64938D7FA7}"/>
              </a:ext>
            </a:extLst>
          </p:cNvPr>
          <p:cNvSpPr/>
          <p:nvPr/>
        </p:nvSpPr>
        <p:spPr>
          <a:xfrm>
            <a:off x="3086100" y="1215596"/>
            <a:ext cx="936065" cy="26042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B_QTitle</a:t>
            </a:r>
            <a:endParaRPr lang="zh-CN" altLang="en-US" sz="12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1F8440-533F-2574-83CA-ACD01B73BDAC}"/>
              </a:ext>
            </a:extLst>
          </p:cNvPr>
          <p:cNvSpPr/>
          <p:nvPr/>
        </p:nvSpPr>
        <p:spPr>
          <a:xfrm>
            <a:off x="3048006" y="1596160"/>
            <a:ext cx="3045760" cy="32541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SB_Q1</a:t>
            </a:r>
            <a:endParaRPr lang="zh-CN" altLang="en-US" sz="12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3050D4-8D7C-1DB7-46BD-438823344085}"/>
              </a:ext>
            </a:extLst>
          </p:cNvPr>
          <p:cNvSpPr/>
          <p:nvPr/>
        </p:nvSpPr>
        <p:spPr>
          <a:xfrm>
            <a:off x="3149981" y="2053357"/>
            <a:ext cx="2804831" cy="3056527"/>
          </a:xfrm>
          <a:prstGeom prst="rect">
            <a:avLst/>
          </a:prstGeom>
          <a:solidFill>
            <a:srgbClr val="33CCCC">
              <a:alpha val="50196"/>
            </a:srgb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FP_QContent1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153DB3-1CB0-4633-14BA-D6ABDE590610}"/>
              </a:ext>
            </a:extLst>
          </p:cNvPr>
          <p:cNvSpPr/>
          <p:nvPr/>
        </p:nvSpPr>
        <p:spPr>
          <a:xfrm>
            <a:off x="3284453" y="2510554"/>
            <a:ext cx="2535889" cy="10219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P_Q0_0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F996BF-1E61-FF2B-3A6B-13F3CFE406B9}"/>
              </a:ext>
            </a:extLst>
          </p:cNvPr>
          <p:cNvSpPr/>
          <p:nvPr/>
        </p:nvSpPr>
        <p:spPr>
          <a:xfrm>
            <a:off x="3418923" y="3008094"/>
            <a:ext cx="1150843" cy="38997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en-US" altLang="zh-CN" sz="1200"/>
              <a:t>L_QueryQ0_0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788559-4133-4BA7-AF5B-CB935A4A95CA}"/>
              </a:ext>
            </a:extLst>
          </p:cNvPr>
          <p:cNvSpPr/>
          <p:nvPr/>
        </p:nvSpPr>
        <p:spPr>
          <a:xfrm>
            <a:off x="4669500" y="2994654"/>
            <a:ext cx="1056714" cy="389971"/>
          </a:xfrm>
          <a:prstGeom prst="rect">
            <a:avLst/>
          </a:prstGeom>
          <a:solidFill>
            <a:srgbClr val="33CCCC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100"/>
              <a:t>E_QueryQ0_0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0A9B5F-6A45-7CD8-52AF-1254E8F4D191}"/>
              </a:ext>
            </a:extLst>
          </p:cNvPr>
          <p:cNvSpPr/>
          <p:nvPr/>
        </p:nvSpPr>
        <p:spPr>
          <a:xfrm>
            <a:off x="3284453" y="3653559"/>
            <a:ext cx="2535889" cy="10219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P_Q0_1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B0DBD5-226E-7EDD-7A7A-5FDE7FB0676F}"/>
              </a:ext>
            </a:extLst>
          </p:cNvPr>
          <p:cNvSpPr/>
          <p:nvPr/>
        </p:nvSpPr>
        <p:spPr>
          <a:xfrm>
            <a:off x="3418923" y="4151099"/>
            <a:ext cx="1150843" cy="38997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en-US" altLang="zh-CN" sz="1200"/>
              <a:t>L_QueryQ0_1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FF8080-258B-BB2D-DE2A-D737BFB3902F}"/>
              </a:ext>
            </a:extLst>
          </p:cNvPr>
          <p:cNvSpPr/>
          <p:nvPr/>
        </p:nvSpPr>
        <p:spPr>
          <a:xfrm>
            <a:off x="4669500" y="4137659"/>
            <a:ext cx="1056714" cy="389971"/>
          </a:xfrm>
          <a:prstGeom prst="rect">
            <a:avLst/>
          </a:prstGeom>
          <a:solidFill>
            <a:srgbClr val="33CCCC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100"/>
              <a:t>E_QueryQ0_1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B61D1C-4BC2-248C-E4A9-D85306651BA7}"/>
              </a:ext>
            </a:extLst>
          </p:cNvPr>
          <p:cNvSpPr/>
          <p:nvPr/>
        </p:nvSpPr>
        <p:spPr>
          <a:xfrm>
            <a:off x="6131863" y="1596160"/>
            <a:ext cx="3045760" cy="32541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SB_Q2</a:t>
            </a:r>
            <a:endParaRPr lang="zh-CN" altLang="en-US" sz="12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0D7C8B-9F8B-FD7B-3AF0-B0A3E609AF95}"/>
              </a:ext>
            </a:extLst>
          </p:cNvPr>
          <p:cNvSpPr/>
          <p:nvPr/>
        </p:nvSpPr>
        <p:spPr>
          <a:xfrm>
            <a:off x="6233838" y="2053357"/>
            <a:ext cx="2804831" cy="3056527"/>
          </a:xfrm>
          <a:prstGeom prst="rect">
            <a:avLst/>
          </a:prstGeom>
          <a:solidFill>
            <a:srgbClr val="33CCCC">
              <a:alpha val="50196"/>
            </a:srgb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FP_QContent2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0040C3-21EC-9237-EE88-CA0C787DD59A}"/>
              </a:ext>
            </a:extLst>
          </p:cNvPr>
          <p:cNvSpPr/>
          <p:nvPr/>
        </p:nvSpPr>
        <p:spPr>
          <a:xfrm>
            <a:off x="6368310" y="2510554"/>
            <a:ext cx="2535889" cy="10219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P_Q1_0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452E87-84A8-B0FF-BAE1-4F33B8D5DD8D}"/>
              </a:ext>
            </a:extLst>
          </p:cNvPr>
          <p:cNvSpPr/>
          <p:nvPr/>
        </p:nvSpPr>
        <p:spPr>
          <a:xfrm>
            <a:off x="6502780" y="3008094"/>
            <a:ext cx="1150843" cy="38997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en-US" altLang="zh-CN" sz="1200"/>
              <a:t>L_Query10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749F208-E43F-997B-D155-6B511DCA4A82}"/>
              </a:ext>
            </a:extLst>
          </p:cNvPr>
          <p:cNvSpPr/>
          <p:nvPr/>
        </p:nvSpPr>
        <p:spPr>
          <a:xfrm>
            <a:off x="7753357" y="2994654"/>
            <a:ext cx="1056714" cy="389971"/>
          </a:xfrm>
          <a:prstGeom prst="rect">
            <a:avLst/>
          </a:prstGeom>
          <a:solidFill>
            <a:srgbClr val="33CCCC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Query10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42D5CF-9F20-74E1-0E58-CE1AAD8699C1}"/>
              </a:ext>
            </a:extLst>
          </p:cNvPr>
          <p:cNvSpPr/>
          <p:nvPr/>
        </p:nvSpPr>
        <p:spPr>
          <a:xfrm>
            <a:off x="6368310" y="3653559"/>
            <a:ext cx="2535889" cy="10219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P_Q1_1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8C2DA4-E6F7-7E79-8517-B21AD0E9AC90}"/>
              </a:ext>
            </a:extLst>
          </p:cNvPr>
          <p:cNvSpPr/>
          <p:nvPr/>
        </p:nvSpPr>
        <p:spPr>
          <a:xfrm>
            <a:off x="6502780" y="4151099"/>
            <a:ext cx="1150843" cy="38997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en-US" altLang="zh-CN" sz="1200"/>
              <a:t>L_Query11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DFB539-4BFF-F2B2-4971-139752B540D3}"/>
              </a:ext>
            </a:extLst>
          </p:cNvPr>
          <p:cNvSpPr/>
          <p:nvPr/>
        </p:nvSpPr>
        <p:spPr>
          <a:xfrm>
            <a:off x="7753357" y="4137659"/>
            <a:ext cx="1056714" cy="389971"/>
          </a:xfrm>
          <a:prstGeom prst="rect">
            <a:avLst/>
          </a:prstGeom>
          <a:solidFill>
            <a:srgbClr val="33CCCC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Query11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9AFE67-F21E-9E2E-D531-889E355E13E4}"/>
              </a:ext>
            </a:extLst>
          </p:cNvPr>
          <p:cNvSpPr/>
          <p:nvPr/>
        </p:nvSpPr>
        <p:spPr>
          <a:xfrm>
            <a:off x="3022225" y="5764737"/>
            <a:ext cx="6157632" cy="77053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/>
              <a:t>   P_QButtons</a:t>
            </a:r>
            <a:endParaRPr lang="zh-CN" altLang="en-US" sz="120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9EA0E3E-E5B0-823D-50F0-B007A07AF905}"/>
              </a:ext>
            </a:extLst>
          </p:cNvPr>
          <p:cNvSpPr/>
          <p:nvPr/>
        </p:nvSpPr>
        <p:spPr>
          <a:xfrm>
            <a:off x="6997699" y="6024278"/>
            <a:ext cx="965947" cy="39669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B_QReset</a:t>
            </a:r>
            <a:endParaRPr lang="zh-CN" altLang="en-US" sz="120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1B129AB-EEEE-F958-56CC-88A1BCF8ADC3}"/>
              </a:ext>
            </a:extLst>
          </p:cNvPr>
          <p:cNvSpPr/>
          <p:nvPr/>
        </p:nvSpPr>
        <p:spPr>
          <a:xfrm>
            <a:off x="8072721" y="6024278"/>
            <a:ext cx="965948" cy="39669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B_QOK</a:t>
            </a:r>
            <a:endParaRPr lang="zh-CN" altLang="en-US" sz="120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446A1A1-5228-95B3-991A-555522983189}"/>
              </a:ext>
            </a:extLst>
          </p:cNvPr>
          <p:cNvSpPr/>
          <p:nvPr/>
        </p:nvSpPr>
        <p:spPr>
          <a:xfrm>
            <a:off x="8169837" y="1215596"/>
            <a:ext cx="936065" cy="26042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B_QClose</a:t>
            </a:r>
            <a:endParaRPr lang="zh-CN" altLang="en-US" sz="120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A725F52-101E-5D19-C25F-1E0D5D903ECA}"/>
              </a:ext>
            </a:extLst>
          </p:cNvPr>
          <p:cNvSpPr/>
          <p:nvPr/>
        </p:nvSpPr>
        <p:spPr>
          <a:xfrm>
            <a:off x="7185590" y="1215596"/>
            <a:ext cx="936065" cy="26042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B_QMax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963337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E827ABEB-0DCE-E1DD-8819-7C325A789B7F}"/>
              </a:ext>
            </a:extLst>
          </p:cNvPr>
          <p:cNvSpPr/>
          <p:nvPr/>
        </p:nvSpPr>
        <p:spPr>
          <a:xfrm>
            <a:off x="839095" y="305258"/>
            <a:ext cx="10477949" cy="430977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P_QuickCard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1568CA-1AFC-E953-1193-EB1C71F42CB8}"/>
              </a:ext>
            </a:extLst>
          </p:cNvPr>
          <p:cNvSpPr/>
          <p:nvPr/>
        </p:nvSpPr>
        <p:spPr>
          <a:xfrm>
            <a:off x="1281390" y="2749860"/>
            <a:ext cx="9629211" cy="1589625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P_MainData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93F87EB-EA4E-057C-77A9-0C5245345771}"/>
              </a:ext>
            </a:extLst>
          </p:cNvPr>
          <p:cNvSpPr txBox="1"/>
          <p:nvPr/>
        </p:nvSpPr>
        <p:spPr>
          <a:xfrm>
            <a:off x="4722066" y="28258"/>
            <a:ext cx="27478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/>
              <a:t>QuickCard </a:t>
            </a:r>
            <a:r>
              <a:rPr lang="zh-CN" altLang="en-US" sz="1200" b="1"/>
              <a:t>窗体控件设计</a:t>
            </a:r>
            <a:r>
              <a:rPr lang="en-US" altLang="zh-CN" sz="1200" b="1"/>
              <a:t>(</a:t>
            </a:r>
            <a:r>
              <a:rPr lang="zh-CN" altLang="en-US" sz="1200" b="1"/>
              <a:t>带字段查询</a:t>
            </a:r>
            <a:r>
              <a:rPr lang="en-US" altLang="zh-CN" sz="1200" b="1"/>
              <a:t>)</a:t>
            </a:r>
            <a:endParaRPr lang="zh-CN" altLang="en-US" sz="1200" b="1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B082EBF-0E05-7293-43F9-8310AB30E789}"/>
              </a:ext>
            </a:extLst>
          </p:cNvPr>
          <p:cNvSpPr/>
          <p:nvPr/>
        </p:nvSpPr>
        <p:spPr>
          <a:xfrm>
            <a:off x="1281390" y="863488"/>
            <a:ext cx="9629211" cy="142161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FP_Query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E84953-7F40-1CBE-6BC0-ABCEDAFE1270}"/>
              </a:ext>
            </a:extLst>
          </p:cNvPr>
          <p:cNvSpPr/>
          <p:nvPr/>
        </p:nvSpPr>
        <p:spPr>
          <a:xfrm>
            <a:off x="1386491" y="3843475"/>
            <a:ext cx="9401457" cy="43485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P_TBMain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8F64C1-BB4C-A828-A99C-7DD0C8FBBC14}"/>
              </a:ext>
            </a:extLst>
          </p:cNvPr>
          <p:cNvSpPr/>
          <p:nvPr/>
        </p:nvSpPr>
        <p:spPr>
          <a:xfrm>
            <a:off x="1386492" y="3005461"/>
            <a:ext cx="9401456" cy="43485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P_Buttons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34081C-28A1-AFCD-9F6F-4B6F45033731}"/>
              </a:ext>
            </a:extLst>
          </p:cNvPr>
          <p:cNvSpPr/>
          <p:nvPr/>
        </p:nvSpPr>
        <p:spPr>
          <a:xfrm>
            <a:off x="4228630" y="3081110"/>
            <a:ext cx="977528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B_Delete</a:t>
            </a:r>
            <a:endParaRPr lang="zh-CN" altLang="en-US" sz="100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A7F5BB1-AB2C-BE5C-A253-ECE9274E4A69}"/>
              </a:ext>
            </a:extLst>
          </p:cNvPr>
          <p:cNvSpPr/>
          <p:nvPr/>
        </p:nvSpPr>
        <p:spPr>
          <a:xfrm>
            <a:off x="3290427" y="3081110"/>
            <a:ext cx="837079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B_New</a:t>
            </a:r>
            <a:endParaRPr lang="zh-CN" altLang="en-US" sz="100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AFEAF26-7E75-0B32-0334-EAE35F8056D7}"/>
              </a:ext>
            </a:extLst>
          </p:cNvPr>
          <p:cNvSpPr/>
          <p:nvPr/>
        </p:nvSpPr>
        <p:spPr>
          <a:xfrm>
            <a:off x="2374696" y="3081110"/>
            <a:ext cx="837078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B_Edit</a:t>
            </a:r>
            <a:endParaRPr lang="zh-CN" altLang="en-US" sz="100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5031E53-5BC1-6561-05EE-EB44E0210EF5}"/>
              </a:ext>
            </a:extLst>
          </p:cNvPr>
          <p:cNvSpPr/>
          <p:nvPr/>
        </p:nvSpPr>
        <p:spPr>
          <a:xfrm>
            <a:off x="5284809" y="3081110"/>
            <a:ext cx="820225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B_Print</a:t>
            </a:r>
            <a:endParaRPr lang="zh-CN" altLang="en-US" sz="10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FD1CEB-DBD1-9241-3277-B40A932BD5A8}"/>
              </a:ext>
            </a:extLst>
          </p:cNvPr>
          <p:cNvSpPr/>
          <p:nvPr/>
        </p:nvSpPr>
        <p:spPr>
          <a:xfrm>
            <a:off x="1386493" y="3435290"/>
            <a:ext cx="9401455" cy="3801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/>
              <a:t>SG_Main</a:t>
            </a:r>
          </a:p>
          <a:p>
            <a:r>
              <a:rPr lang="en-US" altLang="zh-CN" sz="1000"/>
              <a:t>FQ_Main</a:t>
            </a:r>
            <a:endParaRPr lang="zh-CN" altLang="en-US" sz="1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73A2FA-D911-9CC8-287A-8A24399B9D6C}"/>
              </a:ext>
            </a:extLst>
          </p:cNvPr>
          <p:cNvSpPr/>
          <p:nvPr/>
        </p:nvSpPr>
        <p:spPr>
          <a:xfrm>
            <a:off x="2162017" y="3913339"/>
            <a:ext cx="6650131" cy="32094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TB_Main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C5CD33B-1A26-0B76-AEF7-AC6F1CCC5960}"/>
              </a:ext>
            </a:extLst>
          </p:cNvPr>
          <p:cNvSpPr/>
          <p:nvPr/>
        </p:nvSpPr>
        <p:spPr>
          <a:xfrm>
            <a:off x="2207854" y="1291179"/>
            <a:ext cx="1694361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E_Query0</a:t>
            </a:r>
            <a:endParaRPr lang="zh-CN" altLang="en-US" sz="100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F71B817-CA27-1B76-8692-EC1CA7E8A6AA}"/>
              </a:ext>
            </a:extLst>
          </p:cNvPr>
          <p:cNvSpPr/>
          <p:nvPr/>
        </p:nvSpPr>
        <p:spPr>
          <a:xfrm>
            <a:off x="5556893" y="1911337"/>
            <a:ext cx="766266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B_QReset</a:t>
            </a:r>
            <a:endParaRPr lang="zh-CN" altLang="en-US" sz="100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77E8BA4-0DC2-A91F-740F-85665D30ECEC}"/>
              </a:ext>
            </a:extLst>
          </p:cNvPr>
          <p:cNvSpPr/>
          <p:nvPr/>
        </p:nvSpPr>
        <p:spPr>
          <a:xfrm>
            <a:off x="4566957" y="1910412"/>
            <a:ext cx="837078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B_QOK</a:t>
            </a:r>
            <a:endParaRPr lang="zh-CN" altLang="en-US" sz="10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271E36B-A707-5798-85B9-1F62CC967359}"/>
              </a:ext>
            </a:extLst>
          </p:cNvPr>
          <p:cNvSpPr txBox="1"/>
          <p:nvPr/>
        </p:nvSpPr>
        <p:spPr>
          <a:xfrm>
            <a:off x="1453493" y="1306147"/>
            <a:ext cx="70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L_Query0</a:t>
            </a:r>
            <a:endParaRPr lang="zh-CN" altLang="en-US" sz="100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72E1F86-E164-5E9F-F110-23692D487CF3}"/>
              </a:ext>
            </a:extLst>
          </p:cNvPr>
          <p:cNvSpPr/>
          <p:nvPr/>
        </p:nvSpPr>
        <p:spPr>
          <a:xfrm>
            <a:off x="4720554" y="1291179"/>
            <a:ext cx="1694362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E_Query1</a:t>
            </a:r>
            <a:endParaRPr lang="zh-CN" altLang="en-US" sz="10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6A940F0-00BC-887D-A569-5CAAA46D4B87}"/>
              </a:ext>
            </a:extLst>
          </p:cNvPr>
          <p:cNvSpPr txBox="1"/>
          <p:nvPr/>
        </p:nvSpPr>
        <p:spPr>
          <a:xfrm>
            <a:off x="4054594" y="1306147"/>
            <a:ext cx="70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L_Query1</a:t>
            </a:r>
            <a:endParaRPr lang="zh-CN" altLang="en-US" sz="100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889DCD0-9BEF-BEBB-A9F8-6AF700F86E06}"/>
              </a:ext>
            </a:extLst>
          </p:cNvPr>
          <p:cNvSpPr/>
          <p:nvPr/>
        </p:nvSpPr>
        <p:spPr>
          <a:xfrm>
            <a:off x="2207855" y="1849999"/>
            <a:ext cx="1694362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E_Query3</a:t>
            </a:r>
            <a:endParaRPr lang="zh-CN" altLang="en-US" sz="10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71646F1-B3A5-05D0-A887-3889122075C6}"/>
              </a:ext>
            </a:extLst>
          </p:cNvPr>
          <p:cNvSpPr txBox="1"/>
          <p:nvPr/>
        </p:nvSpPr>
        <p:spPr>
          <a:xfrm>
            <a:off x="1453493" y="1887001"/>
            <a:ext cx="70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L_Query3</a:t>
            </a:r>
            <a:endParaRPr lang="zh-CN" altLang="en-US" sz="100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F70E4B3-6EE9-4E3F-797B-008D1B422DB4}"/>
              </a:ext>
            </a:extLst>
          </p:cNvPr>
          <p:cNvSpPr/>
          <p:nvPr/>
        </p:nvSpPr>
        <p:spPr>
          <a:xfrm>
            <a:off x="7332163" y="1306147"/>
            <a:ext cx="943427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E_Query2S</a:t>
            </a:r>
            <a:endParaRPr lang="zh-CN" altLang="en-US" sz="10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62210EE-7CB6-676D-C83E-74EAF688D9AE}"/>
              </a:ext>
            </a:extLst>
          </p:cNvPr>
          <p:cNvSpPr txBox="1"/>
          <p:nvPr/>
        </p:nvSpPr>
        <p:spPr>
          <a:xfrm>
            <a:off x="6666203" y="1321115"/>
            <a:ext cx="70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L_Query2</a:t>
            </a:r>
            <a:endParaRPr lang="zh-CN" altLang="en-US" sz="100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BFBEC49-EA89-2B12-F4C3-0F7DEACCEB0F}"/>
              </a:ext>
            </a:extLst>
          </p:cNvPr>
          <p:cNvSpPr/>
          <p:nvPr/>
        </p:nvSpPr>
        <p:spPr>
          <a:xfrm>
            <a:off x="8424172" y="1321115"/>
            <a:ext cx="943427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E_Query2E</a:t>
            </a:r>
            <a:endParaRPr lang="zh-CN" altLang="en-US" sz="100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EB2E093-5E97-DCFF-614A-A8554CDBBE37}"/>
              </a:ext>
            </a:extLst>
          </p:cNvPr>
          <p:cNvSpPr txBox="1"/>
          <p:nvPr/>
        </p:nvSpPr>
        <p:spPr>
          <a:xfrm>
            <a:off x="8176885" y="1072135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-</a:t>
            </a:r>
            <a:endParaRPr lang="zh-CN" altLang="en-US" sz="100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024AB0A-3B89-FD50-72A6-0503E1885EA7}"/>
              </a:ext>
            </a:extLst>
          </p:cNvPr>
          <p:cNvSpPr/>
          <p:nvPr/>
        </p:nvSpPr>
        <p:spPr>
          <a:xfrm>
            <a:off x="1281393" y="2308585"/>
            <a:ext cx="9629212" cy="38377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P_QuerySmart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A6DBC00-961B-3193-3221-BC36DD75B3CF}"/>
              </a:ext>
            </a:extLst>
          </p:cNvPr>
          <p:cNvSpPr/>
          <p:nvPr/>
        </p:nvSpPr>
        <p:spPr>
          <a:xfrm>
            <a:off x="2269596" y="2380069"/>
            <a:ext cx="1587638" cy="24140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E_Keywork</a:t>
            </a:r>
            <a:endParaRPr lang="zh-CN" altLang="en-US" sz="100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CE7CF263-BDB5-FB98-8612-3453BF54E626}"/>
              </a:ext>
            </a:extLst>
          </p:cNvPr>
          <p:cNvSpPr/>
          <p:nvPr/>
        </p:nvSpPr>
        <p:spPr>
          <a:xfrm>
            <a:off x="9539530" y="3085796"/>
            <a:ext cx="1101497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B_QueryMode</a:t>
            </a:r>
            <a:endParaRPr lang="zh-CN" altLang="en-US" sz="100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64F4158-9E6E-8B4A-0B08-8FD5C206E939}"/>
              </a:ext>
            </a:extLst>
          </p:cNvPr>
          <p:cNvSpPr/>
          <p:nvPr/>
        </p:nvSpPr>
        <p:spPr>
          <a:xfrm>
            <a:off x="8365561" y="3086938"/>
            <a:ext cx="1101497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B_Fuzzy</a:t>
            </a:r>
            <a:endParaRPr lang="zh-CN" altLang="en-US" sz="100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929A97D-8C98-9C34-D65F-EE4C4F529F2A}"/>
              </a:ext>
            </a:extLst>
          </p:cNvPr>
          <p:cNvSpPr/>
          <p:nvPr/>
        </p:nvSpPr>
        <p:spPr>
          <a:xfrm>
            <a:off x="9115961" y="3904586"/>
            <a:ext cx="943427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CB_PageSize</a:t>
            </a:r>
            <a:endParaRPr lang="zh-CN" altLang="en-US" sz="10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4C267F9-370E-646C-ABB5-CA4FB19F093E}"/>
              </a:ext>
            </a:extLst>
          </p:cNvPr>
          <p:cNvSpPr/>
          <p:nvPr/>
        </p:nvSpPr>
        <p:spPr>
          <a:xfrm>
            <a:off x="1450626" y="1144647"/>
            <a:ext cx="2518922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P_Query0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EAA3774-535A-0F3C-2ECD-A89BFFA38D82}"/>
              </a:ext>
            </a:extLst>
          </p:cNvPr>
          <p:cNvSpPr/>
          <p:nvPr/>
        </p:nvSpPr>
        <p:spPr>
          <a:xfrm>
            <a:off x="4038595" y="1144647"/>
            <a:ext cx="2518922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P_Query1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FFF19C2-9C0E-C25C-A578-38763023E36E}"/>
              </a:ext>
            </a:extLst>
          </p:cNvPr>
          <p:cNvSpPr/>
          <p:nvPr/>
        </p:nvSpPr>
        <p:spPr>
          <a:xfrm>
            <a:off x="6596585" y="1144647"/>
            <a:ext cx="2856060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P_Query2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EC3F4F3-A8C9-FFBF-23D6-4C70F9C514ED}"/>
              </a:ext>
            </a:extLst>
          </p:cNvPr>
          <p:cNvSpPr/>
          <p:nvPr/>
        </p:nvSpPr>
        <p:spPr>
          <a:xfrm>
            <a:off x="1455386" y="1723219"/>
            <a:ext cx="2514162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P_Query2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6F6E4AF-CD77-77E3-FF1B-24F1DBF853E3}"/>
              </a:ext>
            </a:extLst>
          </p:cNvPr>
          <p:cNvSpPr/>
          <p:nvPr/>
        </p:nvSpPr>
        <p:spPr>
          <a:xfrm>
            <a:off x="4045649" y="1733915"/>
            <a:ext cx="2514162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P_QueryButtons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D3E7C57-C612-FD19-C176-28A2BD87D29A}"/>
              </a:ext>
            </a:extLst>
          </p:cNvPr>
          <p:cNvSpPr/>
          <p:nvPr/>
        </p:nvSpPr>
        <p:spPr>
          <a:xfrm>
            <a:off x="6177506" y="3074682"/>
            <a:ext cx="820225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B_Hide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328115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47007-597D-7754-4074-EB5C97BDF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DC23E1E8-51EA-1BC6-2E7A-37C446AC4A63}"/>
              </a:ext>
            </a:extLst>
          </p:cNvPr>
          <p:cNvSpPr/>
          <p:nvPr/>
        </p:nvSpPr>
        <p:spPr>
          <a:xfrm>
            <a:off x="437478" y="1359661"/>
            <a:ext cx="11317044" cy="513085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>
                <a:solidFill>
                  <a:schemeClr val="tx1"/>
                </a:solidFill>
              </a:rPr>
              <a:t>Panel1 – </a:t>
            </a:r>
            <a:r>
              <a:rPr lang="zh-CN" altLang="en-US" sz="1200">
                <a:solidFill>
                  <a:schemeClr val="tx1"/>
                </a:solidFill>
              </a:rPr>
              <a:t>母控件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5ECDA39-AE76-09FD-4E51-15954B09F6C8}"/>
              </a:ext>
            </a:extLst>
          </p:cNvPr>
          <p:cNvSpPr txBox="1"/>
          <p:nvPr/>
        </p:nvSpPr>
        <p:spPr>
          <a:xfrm>
            <a:off x="4229626" y="411266"/>
            <a:ext cx="3375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/>
              <a:t>CrudPanel </a:t>
            </a:r>
            <a:r>
              <a:rPr lang="zh-CN" altLang="en-US" sz="2800" b="1"/>
              <a:t>控件设计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6BA42DD-F11C-5FC7-D866-4914D6C6886A}"/>
              </a:ext>
            </a:extLst>
          </p:cNvPr>
          <p:cNvSpPr/>
          <p:nvPr/>
        </p:nvSpPr>
        <p:spPr>
          <a:xfrm>
            <a:off x="777929" y="1954408"/>
            <a:ext cx="9401456" cy="142161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FQy - FlowPanel Query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FCC714-3AC0-2CAE-AA25-8317A81A632F}"/>
              </a:ext>
            </a:extLst>
          </p:cNvPr>
          <p:cNvSpPr/>
          <p:nvPr/>
        </p:nvSpPr>
        <p:spPr>
          <a:xfrm>
            <a:off x="777929" y="3806767"/>
            <a:ext cx="9401456" cy="43485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PBS - Panel Buttons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A91A619-41E4-0DAA-A92C-781A07C2C688}"/>
              </a:ext>
            </a:extLst>
          </p:cNvPr>
          <p:cNvSpPr/>
          <p:nvPr/>
        </p:nvSpPr>
        <p:spPr>
          <a:xfrm>
            <a:off x="4244012" y="3882416"/>
            <a:ext cx="977528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BDe</a:t>
            </a:r>
            <a:endParaRPr lang="zh-CN" altLang="en-US" sz="100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87A9230-2E6F-FA34-B440-1D83A9077901}"/>
              </a:ext>
            </a:extLst>
          </p:cNvPr>
          <p:cNvSpPr/>
          <p:nvPr/>
        </p:nvSpPr>
        <p:spPr>
          <a:xfrm>
            <a:off x="3305809" y="3882416"/>
            <a:ext cx="837079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BNw</a:t>
            </a:r>
            <a:endParaRPr lang="zh-CN" altLang="en-US" sz="100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E2FD35C-A3AE-E46D-33C6-A6579732E02B}"/>
              </a:ext>
            </a:extLst>
          </p:cNvPr>
          <p:cNvSpPr/>
          <p:nvPr/>
        </p:nvSpPr>
        <p:spPr>
          <a:xfrm>
            <a:off x="2390078" y="3882416"/>
            <a:ext cx="837078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BEt</a:t>
            </a:r>
            <a:endParaRPr lang="zh-CN" altLang="en-US" sz="10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D3805C-6320-2789-1B40-557F972ADAFA}"/>
              </a:ext>
            </a:extLst>
          </p:cNvPr>
          <p:cNvSpPr/>
          <p:nvPr/>
        </p:nvSpPr>
        <p:spPr>
          <a:xfrm>
            <a:off x="777930" y="4236595"/>
            <a:ext cx="9401455" cy="165473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/>
              <a:t>SgD -</a:t>
            </a:r>
            <a:r>
              <a:rPr lang="zh-CN" altLang="en-US" sz="1000"/>
              <a:t> </a:t>
            </a:r>
            <a:r>
              <a:rPr lang="en-US" altLang="zh-CN" sz="1000"/>
              <a:t>StringGrid Data</a:t>
            </a:r>
          </a:p>
          <a:p>
            <a:endParaRPr lang="zh-CN" altLang="en-US" sz="1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E29CF5-B60D-F91E-6301-B3AAAB866367}"/>
              </a:ext>
            </a:extLst>
          </p:cNvPr>
          <p:cNvSpPr/>
          <p:nvPr/>
        </p:nvSpPr>
        <p:spPr>
          <a:xfrm>
            <a:off x="777929" y="5891335"/>
            <a:ext cx="9401455" cy="32094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TbP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CD93D5D-9E24-BC50-67BC-F4BA6DC3E861}"/>
              </a:ext>
            </a:extLst>
          </p:cNvPr>
          <p:cNvSpPr/>
          <p:nvPr/>
        </p:nvSpPr>
        <p:spPr>
          <a:xfrm>
            <a:off x="1704392" y="2382099"/>
            <a:ext cx="1694361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EQ0</a:t>
            </a:r>
            <a:endParaRPr lang="zh-CN" altLang="en-US" sz="100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5C48950-B838-3A69-B075-5FB13313105A}"/>
              </a:ext>
            </a:extLst>
          </p:cNvPr>
          <p:cNvSpPr/>
          <p:nvPr/>
        </p:nvSpPr>
        <p:spPr>
          <a:xfrm>
            <a:off x="5053431" y="3002257"/>
            <a:ext cx="766266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BQR</a:t>
            </a:r>
            <a:endParaRPr lang="zh-CN" altLang="en-US" sz="100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132D58B-0CDB-5FC4-B7C9-A254C5515BE7}"/>
              </a:ext>
            </a:extLst>
          </p:cNvPr>
          <p:cNvSpPr/>
          <p:nvPr/>
        </p:nvSpPr>
        <p:spPr>
          <a:xfrm>
            <a:off x="4063495" y="3001332"/>
            <a:ext cx="837078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BQY</a:t>
            </a:r>
            <a:endParaRPr lang="zh-CN" altLang="en-US" sz="10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3EAAB71-77BB-A77C-55D0-6B3B6E23F20C}"/>
              </a:ext>
            </a:extLst>
          </p:cNvPr>
          <p:cNvSpPr txBox="1"/>
          <p:nvPr/>
        </p:nvSpPr>
        <p:spPr>
          <a:xfrm>
            <a:off x="950031" y="2397067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LQ0</a:t>
            </a:r>
            <a:endParaRPr lang="zh-CN" altLang="en-US" sz="100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C79C724-0A9D-DDE6-8F12-AAC6BDD46BF4}"/>
              </a:ext>
            </a:extLst>
          </p:cNvPr>
          <p:cNvSpPr/>
          <p:nvPr/>
        </p:nvSpPr>
        <p:spPr>
          <a:xfrm>
            <a:off x="4217092" y="2382099"/>
            <a:ext cx="1694362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EQ1</a:t>
            </a:r>
            <a:endParaRPr lang="zh-CN" altLang="en-US" sz="10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43D22A6-15F6-6F0C-DAD4-678F758E012E}"/>
              </a:ext>
            </a:extLst>
          </p:cNvPr>
          <p:cNvSpPr txBox="1"/>
          <p:nvPr/>
        </p:nvSpPr>
        <p:spPr>
          <a:xfrm>
            <a:off x="3551132" y="2397067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LQ1</a:t>
            </a:r>
            <a:endParaRPr lang="zh-CN" altLang="en-US" sz="100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6F2CF9F-1049-F4B5-D763-20BF4BBB23F3}"/>
              </a:ext>
            </a:extLst>
          </p:cNvPr>
          <p:cNvSpPr/>
          <p:nvPr/>
        </p:nvSpPr>
        <p:spPr>
          <a:xfrm>
            <a:off x="1704393" y="2940919"/>
            <a:ext cx="1694362" cy="2922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E_Query3</a:t>
            </a:r>
            <a:endParaRPr lang="zh-CN" altLang="en-US" sz="10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04F35B7-CFE7-FD0C-D216-F7C2D67A6EFB}"/>
              </a:ext>
            </a:extLst>
          </p:cNvPr>
          <p:cNvSpPr txBox="1"/>
          <p:nvPr/>
        </p:nvSpPr>
        <p:spPr>
          <a:xfrm>
            <a:off x="950031" y="2977921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LQ3</a:t>
            </a:r>
            <a:endParaRPr lang="zh-CN" altLang="en-US" sz="10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BDA4F63-9090-7F83-F431-31D5F6E7DF29}"/>
              </a:ext>
            </a:extLst>
          </p:cNvPr>
          <p:cNvSpPr txBox="1"/>
          <p:nvPr/>
        </p:nvSpPr>
        <p:spPr>
          <a:xfrm>
            <a:off x="6108951" y="2412035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LQ2</a:t>
            </a:r>
            <a:endParaRPr lang="zh-CN" altLang="en-US" sz="100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95994C8-29F0-A8D2-26CA-6673BC098AA9}"/>
              </a:ext>
            </a:extLst>
          </p:cNvPr>
          <p:cNvSpPr txBox="1"/>
          <p:nvPr/>
        </p:nvSpPr>
        <p:spPr>
          <a:xfrm>
            <a:off x="7673423" y="2163055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-</a:t>
            </a:r>
            <a:endParaRPr lang="zh-CN" altLang="en-US" sz="100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11D2D0C-B923-27AA-BDCF-5CFFA4ADE650}"/>
              </a:ext>
            </a:extLst>
          </p:cNvPr>
          <p:cNvSpPr/>
          <p:nvPr/>
        </p:nvSpPr>
        <p:spPr>
          <a:xfrm>
            <a:off x="777931" y="3399505"/>
            <a:ext cx="9401455" cy="38377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PQm - Panel Querymode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035724F-C3E8-DA6D-EB9E-561C7984ECC6}"/>
              </a:ext>
            </a:extLst>
          </p:cNvPr>
          <p:cNvSpPr/>
          <p:nvPr/>
        </p:nvSpPr>
        <p:spPr>
          <a:xfrm>
            <a:off x="2350026" y="3468411"/>
            <a:ext cx="1587638" cy="24140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EKW</a:t>
            </a:r>
            <a:endParaRPr lang="zh-CN" altLang="en-US" sz="100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DC47EC31-6D14-0B97-92E1-D844302A6726}"/>
              </a:ext>
            </a:extLst>
          </p:cNvPr>
          <p:cNvSpPr/>
          <p:nvPr/>
        </p:nvSpPr>
        <p:spPr>
          <a:xfrm>
            <a:off x="8930967" y="3887102"/>
            <a:ext cx="1101497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BQM</a:t>
            </a:r>
            <a:endParaRPr lang="zh-CN" altLang="en-US" sz="100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9BFB2F9-BE3E-1C72-F1E9-F3DA55721E6E}"/>
              </a:ext>
            </a:extLst>
          </p:cNvPr>
          <p:cNvSpPr/>
          <p:nvPr/>
        </p:nvSpPr>
        <p:spPr>
          <a:xfrm>
            <a:off x="7756998" y="3888244"/>
            <a:ext cx="1101497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BFz</a:t>
            </a:r>
            <a:endParaRPr lang="zh-CN" altLang="en-US" sz="10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693925E-3369-B886-9C20-A921DA22A12D}"/>
              </a:ext>
            </a:extLst>
          </p:cNvPr>
          <p:cNvSpPr/>
          <p:nvPr/>
        </p:nvSpPr>
        <p:spPr>
          <a:xfrm>
            <a:off x="947164" y="2235567"/>
            <a:ext cx="2518922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PQ0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EBF3E85-C3CE-D45F-2605-71461B97157C}"/>
              </a:ext>
            </a:extLst>
          </p:cNvPr>
          <p:cNvSpPr/>
          <p:nvPr/>
        </p:nvSpPr>
        <p:spPr>
          <a:xfrm>
            <a:off x="3535133" y="2235567"/>
            <a:ext cx="2518922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PQ1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26902BB-70C5-9EE6-5A47-96CFA2751283}"/>
              </a:ext>
            </a:extLst>
          </p:cNvPr>
          <p:cNvSpPr/>
          <p:nvPr/>
        </p:nvSpPr>
        <p:spPr>
          <a:xfrm>
            <a:off x="6093123" y="2235567"/>
            <a:ext cx="2856060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PQ2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A8C8F68-1AF9-FCB4-BE5E-DF4791997E89}"/>
              </a:ext>
            </a:extLst>
          </p:cNvPr>
          <p:cNvSpPr/>
          <p:nvPr/>
        </p:nvSpPr>
        <p:spPr>
          <a:xfrm>
            <a:off x="951924" y="2814139"/>
            <a:ext cx="2514162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PQ 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AB0E88E-6849-2A99-F4BB-1F143F2B8EB2}"/>
              </a:ext>
            </a:extLst>
          </p:cNvPr>
          <p:cNvSpPr/>
          <p:nvPr/>
        </p:nvSpPr>
        <p:spPr>
          <a:xfrm>
            <a:off x="3542187" y="2824835"/>
            <a:ext cx="2514162" cy="478052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00">
                <a:solidFill>
                  <a:schemeClr val="tx1"/>
                </a:solidFill>
              </a:rPr>
              <a:t>PQx            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C1B8C162-CC18-3408-9907-313C2E4C8FF8}"/>
              </a:ext>
            </a:extLst>
          </p:cNvPr>
          <p:cNvSpPr/>
          <p:nvPr/>
        </p:nvSpPr>
        <p:spPr>
          <a:xfrm>
            <a:off x="5322664" y="3874064"/>
            <a:ext cx="820225" cy="2454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BEx</a:t>
            </a:r>
            <a:endParaRPr lang="zh-CN" altLang="en-US" sz="1000"/>
          </a:p>
        </p:txBody>
      </p:sp>
      <p:sp>
        <p:nvSpPr>
          <p:cNvPr id="9" name="流程图: 磁盘 8">
            <a:extLst>
              <a:ext uri="{FF2B5EF4-FFF2-40B4-BE49-F238E27FC236}">
                <a16:creationId xmlns:a16="http://schemas.microsoft.com/office/drawing/2014/main" id="{EBC7A7CA-FBF4-7226-2F95-D212C6C98977}"/>
              </a:ext>
            </a:extLst>
          </p:cNvPr>
          <p:cNvSpPr/>
          <p:nvPr/>
        </p:nvSpPr>
        <p:spPr>
          <a:xfrm>
            <a:off x="10546825" y="2075775"/>
            <a:ext cx="797415" cy="61264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FQMain</a:t>
            </a:r>
            <a:endParaRPr lang="zh-CN" altLang="en-US" sz="1200"/>
          </a:p>
        </p:txBody>
      </p:sp>
      <p:sp>
        <p:nvSpPr>
          <p:cNvPr id="53" name="流程图: 磁盘 52">
            <a:extLst>
              <a:ext uri="{FF2B5EF4-FFF2-40B4-BE49-F238E27FC236}">
                <a16:creationId xmlns:a16="http://schemas.microsoft.com/office/drawing/2014/main" id="{E4D7E71D-B3E1-7309-69A3-FB431B1AA6BD}"/>
              </a:ext>
            </a:extLst>
          </p:cNvPr>
          <p:cNvSpPr/>
          <p:nvPr/>
        </p:nvSpPr>
        <p:spPr>
          <a:xfrm>
            <a:off x="10524828" y="2907651"/>
            <a:ext cx="841408" cy="612648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FQTemp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603090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6231</TotalTime>
  <Words>547</Words>
  <Application>Microsoft Office PowerPoint</Application>
  <PresentationFormat>宽屏</PresentationFormat>
  <Paragraphs>193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Billows</dc:creator>
  <cp:lastModifiedBy>Lee Billows</cp:lastModifiedBy>
  <cp:revision>58</cp:revision>
  <dcterms:created xsi:type="dcterms:W3CDTF">2023-03-17T01:30:10Z</dcterms:created>
  <dcterms:modified xsi:type="dcterms:W3CDTF">2025-03-27T11:55:13Z</dcterms:modified>
</cp:coreProperties>
</file>